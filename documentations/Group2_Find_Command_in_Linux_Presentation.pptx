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ver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505" y="3700381"/>
            <a:ext cx="8229600" cy="1143000"/>
          </a:xfrm>
        </p:spPr>
        <p:txBody>
          <a:bodyPr/>
          <a:lstStyle/>
          <a:p>
            <a:r>
              <a:rPr dirty="0"/>
              <a:t>The `find` Command in Linux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43715"/>
            <a:ext cx="8229600" cy="2136629"/>
          </a:xfrm>
        </p:spPr>
        <p:txBody>
          <a:bodyPr wrap="square">
            <a:normAutofit/>
          </a:bodyPr>
          <a:lstStyle/>
          <a:p>
            <a:pPr marL="0" indent="0" algn="ctr">
              <a:lnSpc>
                <a:spcPct val="150000"/>
              </a:lnSpc>
              <a:buNone/>
              <a:defRPr sz="1800"/>
            </a:pPr>
            <a:r>
              <a:rPr dirty="0"/>
              <a:t>Course: </a:t>
            </a:r>
            <a:r>
              <a:rPr lang="en-US" dirty="0"/>
              <a:t>DevOps</a:t>
            </a:r>
            <a:r>
              <a:rPr dirty="0"/>
              <a:t> </a:t>
            </a:r>
            <a:r>
              <a:rPr lang="en-US" dirty="0"/>
              <a:t>– Linux Commands</a:t>
            </a:r>
            <a:br>
              <a:rPr lang="en-US" dirty="0"/>
            </a:br>
            <a:endParaRPr dirty="0"/>
          </a:p>
          <a:p>
            <a:pPr marL="0" indent="0" algn="ctr">
              <a:buNone/>
              <a:defRPr sz="1800"/>
            </a:pPr>
            <a:r>
              <a:rPr b="1" dirty="0"/>
              <a:t>Group 2 Members: </a:t>
            </a:r>
            <a:br>
              <a:rPr lang="en-US" b="1" dirty="0"/>
            </a:br>
            <a:r>
              <a:rPr dirty="0"/>
              <a:t>Paul Ahorsu, Enoch Acheampong Owusu, Samson </a:t>
            </a:r>
            <a:r>
              <a:rPr lang="en-US" dirty="0" err="1"/>
              <a:t>Amedegbe</a:t>
            </a:r>
            <a:br>
              <a:rPr lang="en-US" dirty="0"/>
            </a:br>
            <a:endParaRPr dirty="0"/>
          </a:p>
          <a:p>
            <a:pPr marL="0" indent="0">
              <a:lnSpc>
                <a:spcPct val="150000"/>
              </a:lnSpc>
              <a:buNone/>
              <a:defRPr sz="1800"/>
            </a:pPr>
            <a:r>
              <a:rPr sz="1400" dirty="0"/>
              <a:t>Lecturer: Abdulai Abubakari</a:t>
            </a:r>
            <a:r>
              <a:rPr lang="en-US" sz="1400" dirty="0"/>
              <a:t>                                                                                          </a:t>
            </a:r>
            <a:r>
              <a:rPr sz="1400" dirty="0"/>
              <a:t>Date: Monday, </a:t>
            </a:r>
            <a:r>
              <a:rPr lang="en-US" sz="1400" dirty="0"/>
              <a:t>10</a:t>
            </a:r>
            <a:r>
              <a:rPr lang="en-US" sz="1400" baseline="30000" dirty="0"/>
              <a:t>th</a:t>
            </a:r>
            <a:r>
              <a:rPr lang="en-US" sz="1400" dirty="0"/>
              <a:t> October, 2025</a:t>
            </a:r>
            <a:endParaRPr sz="1400" dirty="0"/>
          </a:p>
        </p:txBody>
      </p:sp>
      <p:pic>
        <p:nvPicPr>
          <p:cNvPr id="1026" name="Picture 2" descr="Interesting Facts about Linux - GeeksforGeeks">
            <a:extLst>
              <a:ext uri="{FF2B5EF4-FFF2-40B4-BE49-F238E27FC236}">
                <a16:creationId xmlns:a16="http://schemas.microsoft.com/office/drawing/2014/main" id="{86E360AB-5717-1817-D917-88F30BF9C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520951"/>
            <a:ext cx="4192555" cy="2314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DevOps">
            <a:extLst>
              <a:ext uri="{FF2B5EF4-FFF2-40B4-BE49-F238E27FC236}">
                <a16:creationId xmlns:a16="http://schemas.microsoft.com/office/drawing/2014/main" id="{59669C9C-4B0D-017D-B04D-38E6F9F679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98103" y="1355103"/>
            <a:ext cx="2226297" cy="2226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DevOps">
            <a:extLst>
              <a:ext uri="{FF2B5EF4-FFF2-40B4-BE49-F238E27FC236}">
                <a16:creationId xmlns:a16="http://schemas.microsoft.com/office/drawing/2014/main" id="{A1F6872D-3755-5F33-2600-2B7D226F6C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22309" y="1779309"/>
            <a:ext cx="1802091" cy="1802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FE863A-D78D-BEA1-F813-2C810E26E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45" y="277601"/>
            <a:ext cx="3610466" cy="185806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33CE873-E3BB-D3D8-26F9-BE203E7B3842}"/>
              </a:ext>
            </a:extLst>
          </p:cNvPr>
          <p:cNvSpPr txBox="1">
            <a:spLocks/>
          </p:cNvSpPr>
          <p:nvPr/>
        </p:nvSpPr>
        <p:spPr>
          <a:xfrm>
            <a:off x="3752667" y="1660328"/>
            <a:ext cx="913598" cy="5295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latin typeface="Arial Black" panose="020B0A04020102020204" pitchFamily="34" charset="0"/>
              </a:rPr>
              <a:t>+</a:t>
            </a:r>
          </a:p>
        </p:txBody>
      </p:sp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50000"/>
              </a:lnSpc>
              <a:defRPr sz="1800"/>
            </a:pPr>
            <a:r>
              <a:rPr sz="2800" dirty="0"/>
              <a:t>The `find` command is used to search for files and directories in Linux.</a:t>
            </a:r>
          </a:p>
          <a:p>
            <a:pPr>
              <a:lnSpc>
                <a:spcPct val="150000"/>
              </a:lnSpc>
              <a:defRPr sz="1800"/>
            </a:pPr>
            <a:r>
              <a:rPr sz="2800" dirty="0"/>
              <a:t>It helps users and administrators quickly locate files across directory structures.</a:t>
            </a:r>
          </a:p>
          <a:p>
            <a:pPr>
              <a:lnSpc>
                <a:spcPct val="200000"/>
              </a:lnSpc>
              <a:defRPr sz="1800"/>
            </a:pPr>
            <a:r>
              <a:rPr sz="2800" dirty="0"/>
              <a:t>Basic syntax: </a:t>
            </a:r>
            <a:r>
              <a:rPr lang="en-US" sz="2800" dirty="0"/>
              <a:t>find [path] [options] [expression]</a:t>
            </a:r>
            <a:endParaRPr sz="2800" dirty="0"/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and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92751"/>
            <a:ext cx="8229600" cy="4033412"/>
          </a:xfrm>
        </p:spPr>
        <p:txBody>
          <a:bodyPr wrap="square">
            <a:normAutofit/>
          </a:bodyPr>
          <a:lstStyle/>
          <a:p>
            <a:pPr>
              <a:defRPr sz="1800"/>
            </a:pPr>
            <a:r>
              <a:rPr sz="2800" dirty="0"/>
              <a:t>Used to search for files and directories based on criteria.</a:t>
            </a:r>
            <a:br>
              <a:rPr lang="en-US" sz="2800" dirty="0"/>
            </a:br>
            <a:endParaRPr sz="2800" dirty="0"/>
          </a:p>
          <a:p>
            <a:pPr>
              <a:defRPr sz="1800"/>
            </a:pPr>
            <a:r>
              <a:rPr sz="2800" dirty="0"/>
              <a:t>Filters include file name, type, modification time, size, owner, group, and permissions.</a:t>
            </a:r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113"/>
            <a:ext cx="8229600" cy="1143000"/>
          </a:xfrm>
        </p:spPr>
        <p:txBody>
          <a:bodyPr/>
          <a:lstStyle/>
          <a:p>
            <a:r>
              <a:t>Basic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49751"/>
            <a:ext cx="8229600" cy="1246694"/>
          </a:xfrm>
        </p:spPr>
        <p:txBody>
          <a:bodyPr wrap="square">
            <a:normAutofit/>
          </a:bodyPr>
          <a:lstStyle/>
          <a:p>
            <a:pPr>
              <a:defRPr sz="1800"/>
            </a:pPr>
            <a:r>
              <a:rPr sz="2000" dirty="0"/>
              <a:t>find /home -name 'report.txt'  # Find by name</a:t>
            </a:r>
          </a:p>
          <a:p>
            <a:pPr>
              <a:defRPr sz="1800"/>
            </a:pPr>
            <a:r>
              <a:rPr sz="2000" dirty="0"/>
              <a:t>find /home -</a:t>
            </a:r>
            <a:r>
              <a:rPr sz="2000" dirty="0" err="1"/>
              <a:t>iname</a:t>
            </a:r>
            <a:r>
              <a:rPr sz="2000" dirty="0"/>
              <a:t> 'report.txt'  # Case-insensitive search</a:t>
            </a:r>
          </a:p>
          <a:p>
            <a:pPr>
              <a:defRPr sz="1800"/>
            </a:pPr>
            <a:r>
              <a:rPr sz="2000" dirty="0"/>
              <a:t>find /</a:t>
            </a:r>
            <a:r>
              <a:rPr sz="2000" dirty="0" err="1"/>
              <a:t>etc</a:t>
            </a:r>
            <a:r>
              <a:rPr sz="2000" dirty="0"/>
              <a:t> -type d -name 'nginx'  # Find directories only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380D8-810B-6DEA-0BB9-D035CC16C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03" y="2341387"/>
            <a:ext cx="4240197" cy="2491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4F2939-300B-EA89-7C86-7AC506DC4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774" y="2196445"/>
            <a:ext cx="4423484" cy="32128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B95A5B-9AF6-C816-08D8-2F7FE3BFE8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788" y="4953411"/>
            <a:ext cx="3324225" cy="211455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55"/>
            <a:ext cx="8229600" cy="922573"/>
          </a:xfrm>
        </p:spPr>
        <p:txBody>
          <a:bodyPr/>
          <a:lstStyle/>
          <a:p>
            <a:r>
              <a:rPr dirty="0"/>
              <a:t>Searching by File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3828"/>
            <a:ext cx="8229600" cy="1932494"/>
          </a:xfrm>
        </p:spPr>
        <p:txBody>
          <a:bodyPr wrap="square">
            <a:normAutofit/>
          </a:bodyPr>
          <a:lstStyle/>
          <a:p>
            <a:pPr>
              <a:defRPr sz="1800"/>
            </a:pPr>
            <a:r>
              <a:rPr sz="2400" dirty="0"/>
              <a:t>find / -size +100M  # Files larger than 100MB</a:t>
            </a:r>
          </a:p>
          <a:p>
            <a:pPr>
              <a:defRPr sz="1800"/>
            </a:pPr>
            <a:r>
              <a:rPr sz="2400" dirty="0"/>
              <a:t>find /var/log -</a:t>
            </a:r>
            <a:r>
              <a:rPr sz="2400" dirty="0" err="1"/>
              <a:t>mtime</a:t>
            </a:r>
            <a:r>
              <a:rPr sz="2400" dirty="0"/>
              <a:t> -7  # Modified within 7 days</a:t>
            </a:r>
          </a:p>
          <a:p>
            <a:pPr>
              <a:defRPr sz="1800"/>
            </a:pPr>
            <a:r>
              <a:rPr sz="2400" dirty="0"/>
              <a:t>find /var/www -perm 644  # Files with permission 644</a:t>
            </a:r>
          </a:p>
          <a:p>
            <a:pPr>
              <a:defRPr sz="1800"/>
            </a:pPr>
            <a:r>
              <a:rPr sz="2400" dirty="0"/>
              <a:t>find /home -user </a:t>
            </a:r>
            <a:r>
              <a:rPr sz="2400" dirty="0" err="1"/>
              <a:t>paul</a:t>
            </a:r>
            <a:r>
              <a:rPr sz="2400" dirty="0"/>
              <a:t>  # Files owned by Paul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15A7AF-B263-4324-106E-F979FB92C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217" y="2708141"/>
            <a:ext cx="6583003" cy="42111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BD33E4-6017-5948-14D8-98A182EFD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217" y="2646866"/>
            <a:ext cx="6602202" cy="4211134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968"/>
            <a:ext cx="8229600" cy="884859"/>
          </a:xfrm>
        </p:spPr>
        <p:txBody>
          <a:bodyPr/>
          <a:lstStyle/>
          <a:p>
            <a:r>
              <a:rPr dirty="0"/>
              <a:t>Combining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81725"/>
            <a:ext cx="8229600" cy="1143000"/>
          </a:xfrm>
        </p:spPr>
        <p:txBody>
          <a:bodyPr wrap="square">
            <a:normAutofit/>
          </a:bodyPr>
          <a:lstStyle/>
          <a:p>
            <a:pPr>
              <a:defRPr sz="1800"/>
            </a:pPr>
            <a:r>
              <a:rPr sz="2000" dirty="0"/>
              <a:t>find /</a:t>
            </a:r>
            <a:r>
              <a:rPr sz="2000" dirty="0" err="1"/>
              <a:t>etc</a:t>
            </a:r>
            <a:r>
              <a:rPr sz="2000" dirty="0"/>
              <a:t> \( -name '*.conf' -o -name '*.</a:t>
            </a:r>
            <a:r>
              <a:rPr sz="2000" dirty="0" err="1"/>
              <a:t>cfg</a:t>
            </a:r>
            <a:r>
              <a:rPr sz="2000" dirty="0"/>
              <a:t>' \)</a:t>
            </a:r>
            <a:br>
              <a:rPr lang="en-US" sz="2000" dirty="0"/>
            </a:br>
            <a:endParaRPr sz="2000" dirty="0"/>
          </a:p>
          <a:p>
            <a:pPr>
              <a:defRPr sz="1800"/>
            </a:pPr>
            <a:r>
              <a:rPr sz="2000" dirty="0"/>
              <a:t>find /home -type f -name '*.</a:t>
            </a:r>
            <a:r>
              <a:rPr sz="2000" dirty="0" err="1"/>
              <a:t>sh</a:t>
            </a:r>
            <a:r>
              <a:rPr sz="2000" dirty="0"/>
              <a:t>' -a -size +10k  # Files larger than 10KB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B88B8D-4B26-71D2-0E0A-B5B3768CB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690" y="2370839"/>
            <a:ext cx="5921253" cy="4701947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57832"/>
            <a:ext cx="8229600" cy="781164"/>
          </a:xfrm>
        </p:spPr>
        <p:txBody>
          <a:bodyPr/>
          <a:lstStyle/>
          <a:p>
            <a:r>
              <a:rPr dirty="0"/>
              <a:t>Running Commands on Found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1289"/>
            <a:ext cx="8229600" cy="1335864"/>
          </a:xfrm>
        </p:spPr>
        <p:txBody>
          <a:bodyPr wrap="square">
            <a:normAutofit fontScale="92500" lnSpcReduction="10000"/>
          </a:bodyPr>
          <a:lstStyle/>
          <a:p>
            <a:pPr>
              <a:defRPr sz="1800"/>
            </a:pPr>
            <a:r>
              <a:rPr sz="2800" dirty="0"/>
              <a:t>find /</a:t>
            </a:r>
            <a:r>
              <a:rPr sz="2800" dirty="0" err="1"/>
              <a:t>tmp</a:t>
            </a:r>
            <a:r>
              <a:rPr sz="2800" dirty="0"/>
              <a:t> -type f -name '*.log' -exec rm {} \;</a:t>
            </a:r>
            <a:endParaRPr lang="en-US" sz="2800" dirty="0"/>
          </a:p>
          <a:p>
            <a:pPr>
              <a:defRPr sz="1800"/>
            </a:pPr>
            <a:endParaRPr sz="2800" dirty="0"/>
          </a:p>
          <a:p>
            <a:pPr>
              <a:defRPr sz="1800"/>
            </a:pPr>
            <a:r>
              <a:rPr sz="2800" dirty="0"/>
              <a:t>find /</a:t>
            </a:r>
            <a:r>
              <a:rPr sz="2800" dirty="0" err="1"/>
              <a:t>tmp</a:t>
            </a:r>
            <a:r>
              <a:rPr sz="2800" dirty="0"/>
              <a:t> -type f -ok rm {} \;  # With confirmation</a:t>
            </a:r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8590"/>
            <a:ext cx="8229600" cy="818871"/>
          </a:xfrm>
        </p:spPr>
        <p:txBody>
          <a:bodyPr/>
          <a:lstStyle/>
          <a:p>
            <a:r>
              <a:rPr dirty="0"/>
              <a:t>Depth Control and Empty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18676"/>
            <a:ext cx="8229600" cy="3037786"/>
          </a:xfrm>
        </p:spPr>
        <p:txBody>
          <a:bodyPr wrap="square">
            <a:normAutofit/>
          </a:bodyPr>
          <a:lstStyle/>
          <a:p>
            <a:pPr>
              <a:defRPr sz="1800"/>
            </a:pPr>
            <a:r>
              <a:rPr sz="2800" dirty="0"/>
              <a:t>find . -</a:t>
            </a:r>
            <a:r>
              <a:rPr sz="2800" dirty="0" err="1"/>
              <a:t>maxdepth</a:t>
            </a:r>
            <a:r>
              <a:rPr sz="2800" dirty="0"/>
              <a:t> 1 -type f  # Limit search depth</a:t>
            </a:r>
            <a:endParaRPr lang="en-US" sz="2800" dirty="0"/>
          </a:p>
          <a:p>
            <a:pPr>
              <a:defRPr sz="1800"/>
            </a:pPr>
            <a:endParaRPr sz="2800" dirty="0"/>
          </a:p>
          <a:p>
            <a:pPr>
              <a:defRPr sz="1800"/>
            </a:pPr>
            <a:r>
              <a:rPr sz="2800" dirty="0"/>
              <a:t>find /</a:t>
            </a:r>
            <a:r>
              <a:rPr sz="2800" dirty="0" err="1"/>
              <a:t>tmp</a:t>
            </a:r>
            <a:r>
              <a:rPr sz="2800" dirty="0"/>
              <a:t> -type f -empty  # Empty files</a:t>
            </a:r>
            <a:endParaRPr lang="en-US" sz="2800" dirty="0"/>
          </a:p>
          <a:p>
            <a:pPr>
              <a:defRPr sz="1800"/>
            </a:pPr>
            <a:endParaRPr sz="2800" dirty="0"/>
          </a:p>
          <a:p>
            <a:pPr>
              <a:defRPr sz="1800"/>
            </a:pPr>
            <a:r>
              <a:rPr sz="2800" dirty="0"/>
              <a:t>find /</a:t>
            </a:r>
            <a:r>
              <a:rPr sz="2800" dirty="0" err="1"/>
              <a:t>tmp</a:t>
            </a:r>
            <a:r>
              <a:rPr sz="2800" dirty="0"/>
              <a:t> -type d -empty  # Empty directories</a:t>
            </a:r>
          </a:p>
        </p:txBody>
      </p:sp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251"/>
            <a:ext cx="8229600" cy="903712"/>
          </a:xfrm>
        </p:spPr>
        <p:txBody>
          <a:bodyPr/>
          <a:lstStyle/>
          <a:p>
            <a:r>
              <a:rPr dirty="0"/>
              <a:t>Real-World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9690"/>
            <a:ext cx="8229600" cy="3940404"/>
          </a:xfrm>
        </p:spPr>
        <p:txBody>
          <a:bodyPr wrap="square">
            <a:noAutofit/>
          </a:bodyPr>
          <a:lstStyle/>
          <a:p>
            <a:pPr>
              <a:defRPr sz="1800"/>
            </a:pPr>
            <a:r>
              <a:rPr sz="2800" dirty="0"/>
              <a:t>Delete old logs: find /var/log -name '*.log' -</a:t>
            </a:r>
            <a:r>
              <a:rPr sz="2800" dirty="0" err="1"/>
              <a:t>mtime</a:t>
            </a:r>
            <a:r>
              <a:rPr sz="2800" dirty="0"/>
              <a:t> +30 -exec rm {} \;</a:t>
            </a:r>
            <a:br>
              <a:rPr lang="en-US" sz="2800" dirty="0"/>
            </a:br>
            <a:endParaRPr sz="2800" dirty="0"/>
          </a:p>
          <a:p>
            <a:pPr>
              <a:defRPr sz="1800"/>
            </a:pPr>
            <a:r>
              <a:rPr sz="2800" dirty="0"/>
              <a:t>Backup prep: find /home -size +1G </a:t>
            </a:r>
            <a:r>
              <a:rPr lang="en-US" sz="2800" dirty="0"/>
              <a:t>–</a:t>
            </a:r>
            <a:r>
              <a:rPr sz="2800" dirty="0"/>
              <a:t>print</a:t>
            </a:r>
            <a:br>
              <a:rPr lang="en-US" sz="2800" dirty="0"/>
            </a:br>
            <a:endParaRPr sz="2800" dirty="0"/>
          </a:p>
          <a:p>
            <a:pPr>
              <a:defRPr sz="1800"/>
            </a:pPr>
            <a:r>
              <a:rPr sz="2800" dirty="0"/>
              <a:t>Security check: find / -perm -o=w</a:t>
            </a:r>
          </a:p>
        </p:txBody>
      </p:sp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61"/>
            <a:ext cx="8229600" cy="1092248"/>
          </a:xfrm>
        </p:spPr>
        <p:txBody>
          <a:bodyPr>
            <a:normAutofit/>
          </a:bodyPr>
          <a:lstStyle/>
          <a:p>
            <a:r>
              <a:rPr dirty="0"/>
              <a:t>Live Demonstration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6632"/>
            <a:ext cx="8229600" cy="4919532"/>
          </a:xfrm>
        </p:spPr>
        <p:txBody>
          <a:bodyPr wrap="square">
            <a:normAutofit/>
          </a:bodyPr>
          <a:lstStyle/>
          <a:p>
            <a:pPr>
              <a:defRPr sz="1800"/>
            </a:pPr>
            <a:r>
              <a:rPr sz="2800" dirty="0"/>
              <a:t>Show how to find files by name and size.</a:t>
            </a:r>
            <a:endParaRPr lang="en-US" sz="2800" dirty="0"/>
          </a:p>
          <a:p>
            <a:pPr>
              <a:defRPr sz="1800"/>
            </a:pPr>
            <a:endParaRPr sz="2800" dirty="0"/>
          </a:p>
          <a:p>
            <a:pPr>
              <a:defRPr sz="1800"/>
            </a:pPr>
            <a:r>
              <a:rPr sz="2800" dirty="0"/>
              <a:t>Find recently modified files (-</a:t>
            </a:r>
            <a:r>
              <a:rPr sz="2800" dirty="0" err="1"/>
              <a:t>mmin</a:t>
            </a:r>
            <a:r>
              <a:rPr sz="2800" dirty="0"/>
              <a:t> -30).</a:t>
            </a:r>
            <a:endParaRPr lang="en-US" sz="2800" dirty="0"/>
          </a:p>
          <a:p>
            <a:pPr>
              <a:defRPr sz="1800"/>
            </a:pPr>
            <a:endParaRPr sz="2800" dirty="0"/>
          </a:p>
          <a:p>
            <a:pPr>
              <a:defRPr sz="1800"/>
            </a:pPr>
            <a:r>
              <a:rPr sz="2800" dirty="0"/>
              <a:t>Combine with grep: find . -type f -name '*.conf' -exec grep -H 'Listen' {} \;</a:t>
            </a:r>
            <a:endParaRPr lang="en-US" sz="2800" dirty="0"/>
          </a:p>
          <a:p>
            <a:pPr>
              <a:defRPr sz="1800"/>
            </a:pPr>
            <a:endParaRPr sz="2800" dirty="0"/>
          </a:p>
          <a:p>
            <a:pPr>
              <a:defRPr sz="1800"/>
            </a:pPr>
            <a:r>
              <a:rPr sz="2800" dirty="0"/>
              <a:t>Use -exec to delete or copy files.</a:t>
            </a:r>
          </a:p>
        </p:txBody>
      </p:sp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Tips and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/>
            </a:pPr>
            <a:r>
              <a:rPr sz="2800" dirty="0"/>
              <a:t>Always test with -print before deleting files.</a:t>
            </a:r>
            <a:endParaRPr lang="en-US" sz="2800" dirty="0"/>
          </a:p>
          <a:p>
            <a:pPr>
              <a:defRPr sz="1800"/>
            </a:pPr>
            <a:endParaRPr sz="2800" dirty="0"/>
          </a:p>
          <a:p>
            <a:pPr>
              <a:defRPr sz="1800"/>
            </a:pPr>
            <a:r>
              <a:rPr sz="2800" dirty="0"/>
              <a:t>Use quotes around patterns ('*.txt').</a:t>
            </a:r>
            <a:endParaRPr lang="en-US" sz="2800" dirty="0"/>
          </a:p>
          <a:p>
            <a:pPr>
              <a:defRPr sz="1800"/>
            </a:pPr>
            <a:endParaRPr sz="2800" dirty="0"/>
          </a:p>
          <a:p>
            <a:pPr>
              <a:defRPr sz="1800"/>
            </a:pPr>
            <a:r>
              <a:rPr sz="2800" dirty="0"/>
              <a:t>Combine with </a:t>
            </a:r>
            <a:r>
              <a:rPr sz="2800" dirty="0" err="1"/>
              <a:t>sudo</a:t>
            </a:r>
            <a:r>
              <a:rPr sz="2800" dirty="0"/>
              <a:t> for system-level searches.</a:t>
            </a:r>
            <a:endParaRPr lang="en-US" sz="2800" dirty="0"/>
          </a:p>
          <a:p>
            <a:pPr>
              <a:defRPr sz="1800"/>
            </a:pPr>
            <a:endParaRPr sz="2800" dirty="0"/>
          </a:p>
          <a:p>
            <a:pPr>
              <a:defRPr sz="1800"/>
            </a:pPr>
            <a:r>
              <a:rPr sz="2800" dirty="0"/>
              <a:t>Use -</a:t>
            </a:r>
            <a:r>
              <a:rPr sz="2800" dirty="0" err="1"/>
              <a:t>maxdepth</a:t>
            </a:r>
            <a:r>
              <a:rPr sz="2800" dirty="0"/>
              <a:t> and -</a:t>
            </a:r>
            <a:r>
              <a:rPr sz="2800" dirty="0" err="1"/>
              <a:t>mindepth</a:t>
            </a:r>
            <a:r>
              <a:rPr sz="2800" dirty="0"/>
              <a:t> to control recursion.</a:t>
            </a:r>
          </a:p>
        </p:txBody>
      </p:sp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/>
            </a:pPr>
            <a:r>
              <a:rPr sz="2800" dirty="0"/>
              <a:t>The find command is powerful for locating and managing files.</a:t>
            </a:r>
            <a:br>
              <a:rPr lang="en-US" sz="2800" dirty="0"/>
            </a:br>
            <a:endParaRPr sz="2800" dirty="0"/>
          </a:p>
          <a:p>
            <a:pPr>
              <a:defRPr sz="1800"/>
            </a:pPr>
            <a:r>
              <a:rPr sz="2800" dirty="0"/>
              <a:t>Supports complex filters and automated actions.</a:t>
            </a:r>
            <a:br>
              <a:rPr lang="en-US" sz="2800" dirty="0"/>
            </a:br>
            <a:endParaRPr sz="2800" dirty="0"/>
          </a:p>
          <a:p>
            <a:pPr>
              <a:defRPr sz="1800"/>
            </a:pPr>
            <a:r>
              <a:rPr sz="2800" dirty="0"/>
              <a:t>Essential for system maintenance and scripting in Linux.</a:t>
            </a:r>
          </a:p>
        </p:txBody>
      </p:sp>
    </p:spTree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725944"/>
          </a:xfrm>
        </p:spPr>
        <p:txBody>
          <a:bodyPr wrap="square">
            <a:normAutofit/>
          </a:bodyPr>
          <a:lstStyle/>
          <a:p>
            <a:pPr>
              <a:defRPr sz="1800"/>
            </a:pPr>
            <a:r>
              <a:rPr sz="2800" dirty="0"/>
              <a:t>Linux Manual Pages: man find</a:t>
            </a:r>
            <a:br>
              <a:rPr lang="en-US" sz="2800" dirty="0"/>
            </a:br>
            <a:endParaRPr sz="2800" dirty="0"/>
          </a:p>
          <a:p>
            <a:pPr>
              <a:defRPr sz="1800"/>
            </a:pPr>
            <a:r>
              <a:rPr sz="2800" dirty="0" err="1"/>
              <a:t>TutorialsPoint</a:t>
            </a:r>
            <a:r>
              <a:rPr sz="2800" dirty="0"/>
              <a:t> – Linux find Command</a:t>
            </a:r>
            <a:br>
              <a:rPr lang="en-US" sz="2800" dirty="0"/>
            </a:br>
            <a:endParaRPr sz="2800" dirty="0"/>
          </a:p>
          <a:p>
            <a:pPr>
              <a:defRPr sz="1800"/>
            </a:pPr>
            <a:r>
              <a:rPr sz="2800" dirty="0" err="1"/>
              <a:t>GeeksforGeeks</a:t>
            </a:r>
            <a:r>
              <a:rPr sz="2800" dirty="0"/>
              <a:t> – Find Command in Linux</a:t>
            </a:r>
            <a:br>
              <a:rPr lang="en-US" sz="2800" dirty="0"/>
            </a:br>
            <a:endParaRPr sz="2800" dirty="0"/>
          </a:p>
          <a:p>
            <a:pPr>
              <a:defRPr sz="1800"/>
            </a:pPr>
            <a:r>
              <a:rPr sz="2800" dirty="0" err="1"/>
              <a:t>DigitalOcean</a:t>
            </a:r>
            <a:r>
              <a:rPr sz="2800" dirty="0"/>
              <a:t> Tutorials</a:t>
            </a:r>
          </a:p>
        </p:txBody>
      </p: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523</Words>
  <Application>Microsoft Office PowerPoint</Application>
  <PresentationFormat>On-screen Show (4:3)</PresentationFormat>
  <Paragraphs>63</Paragraphs>
  <Slides>13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Calibri</vt:lpstr>
      <vt:lpstr>Office Theme</vt:lpstr>
      <vt:lpstr>The `find` Command in Linux</vt:lpstr>
      <vt:lpstr>Introduction</vt:lpstr>
      <vt:lpstr>Purpose and Functionality</vt:lpstr>
      <vt:lpstr>Basic Usage</vt:lpstr>
      <vt:lpstr>Searching by File Attributes</vt:lpstr>
      <vt:lpstr>Combining Conditions</vt:lpstr>
      <vt:lpstr>Running Commands on Found Files</vt:lpstr>
      <vt:lpstr>Depth Control and Empty Files</vt:lpstr>
      <vt:lpstr>Real-World Use Cases</vt:lpstr>
      <vt:lpstr>Live Demonstration Ideas</vt:lpstr>
      <vt:lpstr>Tips and Best Practices</vt:lpstr>
      <vt:lpstr>Summary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Paul Scorti</dc:creator>
  <cp:keywords/>
  <dc:description>generated using python-pptx</dc:description>
  <cp:lastModifiedBy>Paul Scorti</cp:lastModifiedBy>
  <cp:revision>18</cp:revision>
  <dcterms:created xsi:type="dcterms:W3CDTF">2013-01-27T09:14:16Z</dcterms:created>
  <dcterms:modified xsi:type="dcterms:W3CDTF">2025-10-06T21:15:46Z</dcterms:modified>
  <cp:category/>
</cp:coreProperties>
</file>