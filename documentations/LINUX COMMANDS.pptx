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 varScale="1">
        <p:scale>
          <a:sx n="88" d="100"/>
          <a:sy n="88" d="100"/>
        </p:scale>
        <p:origin x="36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8D20B-796C-463A-AF22-2AB92095ABD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36014-7BF5-498F-AC11-C06794354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372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436014-7BF5-498F-AC11-C067943547E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902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42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065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302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76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72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36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49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44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12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128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83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06368-D760-4EB8-AFDE-547334D9B15E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2366B-4259-4BB4-8B7B-679EDD89A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979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LINUX COMMANDS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/>
              <a:t>Sed</a:t>
            </a:r>
            <a:r>
              <a:rPr lang="en-GB" dirty="0" smtClean="0"/>
              <a:t> command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035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</a:t>
            </a:r>
            <a:r>
              <a:rPr lang="en-GB" dirty="0" err="1"/>
              <a:t>S</a:t>
            </a:r>
            <a:r>
              <a:rPr lang="en-GB" dirty="0" err="1" smtClean="0"/>
              <a:t>ed</a:t>
            </a:r>
            <a:r>
              <a:rPr lang="en-GB" dirty="0" smtClean="0"/>
              <a:t> 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err="1" smtClean="0"/>
              <a:t>Sed</a:t>
            </a:r>
            <a:r>
              <a:rPr lang="en-GB" dirty="0" smtClean="0"/>
              <a:t> stands for Stream Editor Powerhouse.</a:t>
            </a:r>
          </a:p>
          <a:p>
            <a:r>
              <a:rPr lang="en-US" b="1" dirty="0" smtClean="0"/>
              <a:t>Non-Interactive Editor</a:t>
            </a:r>
          </a:p>
          <a:p>
            <a:pPr marL="0" indent="0">
              <a:buNone/>
            </a:pPr>
            <a:r>
              <a:rPr lang="en-US" dirty="0" smtClean="0"/>
              <a:t>`</a:t>
            </a:r>
            <a:r>
              <a:rPr lang="en-US" dirty="0" err="1" smtClean="0"/>
              <a:t>sed</a:t>
            </a:r>
            <a:r>
              <a:rPr lang="en-US" dirty="0" smtClean="0"/>
              <a:t>` processes text line-by-line from files or input streams without requiring user interaction</a:t>
            </a:r>
          </a:p>
          <a:p>
            <a:r>
              <a:rPr lang="en-US" b="1" dirty="0" smtClean="0"/>
              <a:t>Automated Operations</a:t>
            </a:r>
          </a:p>
          <a:p>
            <a:pPr marL="0" indent="0">
              <a:buNone/>
            </a:pPr>
            <a:r>
              <a:rPr lang="en-US" dirty="0" smtClean="0"/>
              <a:t>Enables search, replace, insert, and delete operations with simple commands</a:t>
            </a:r>
          </a:p>
          <a:p>
            <a:r>
              <a:rPr lang="en-US" b="1" dirty="0" smtClean="0"/>
              <a:t>Essential for Automation</a:t>
            </a:r>
          </a:p>
          <a:p>
            <a:pPr marL="0" indent="0">
              <a:buNone/>
            </a:pPr>
            <a:r>
              <a:rPr lang="en-US" dirty="0" smtClean="0"/>
              <a:t>Critical tool for shell scripting, system administration, and batch text transformations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00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Basic Syntax of </a:t>
            </a:r>
            <a:r>
              <a:rPr lang="en-GB" dirty="0" err="1" smtClean="0"/>
              <a:t>Sed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Command Structure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360792"/>
              </p:ext>
            </p:extLst>
          </p:nvPr>
        </p:nvGraphicFramePr>
        <p:xfrm>
          <a:off x="1380246" y="2451190"/>
          <a:ext cx="9534188" cy="68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4188"/>
              </a:tblGrid>
              <a:tr h="681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800" b="0" baseline="0" dirty="0" smtClean="0">
                          <a:solidFill>
                            <a:schemeClr val="tx1"/>
                          </a:solidFill>
                        </a:rPr>
                        <a:t> [options] ‘script’ files</a:t>
                      </a:r>
                      <a:endParaRPr lang="en-GB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807611"/>
              </p:ext>
            </p:extLst>
          </p:nvPr>
        </p:nvGraphicFramePr>
        <p:xfrm>
          <a:off x="1380246" y="3757871"/>
          <a:ext cx="8128000" cy="101092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Options</a:t>
                      </a:r>
                      <a:endParaRPr lang="en-GB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Scripts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Configures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baseline="0" dirty="0" err="1" smtClean="0"/>
                        <a:t>sed</a:t>
                      </a:r>
                      <a:r>
                        <a:rPr lang="en-GB" baseline="0" dirty="0" smtClean="0"/>
                        <a:t> behaviour(</a:t>
                      </a:r>
                      <a:r>
                        <a:rPr lang="en-GB" baseline="0" dirty="0" err="1" smtClean="0"/>
                        <a:t>e.g</a:t>
                      </a:r>
                      <a:r>
                        <a:rPr lang="en-GB" baseline="0" dirty="0" smtClean="0"/>
                        <a:t> `</a:t>
                      </a:r>
                      <a:r>
                        <a:rPr lang="en-GB" baseline="0" dirty="0" err="1" smtClean="0"/>
                        <a:t>i</a:t>
                      </a:r>
                      <a:r>
                        <a:rPr lang="en-GB" baseline="0" dirty="0" smtClean="0"/>
                        <a:t>` for in place editing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Editing commands</a:t>
                      </a:r>
                      <a:r>
                        <a:rPr lang="en-GB" baseline="0" dirty="0" smtClean="0"/>
                        <a:t> enclosed in quotes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505790"/>
              </p:ext>
            </p:extLst>
          </p:nvPr>
        </p:nvGraphicFramePr>
        <p:xfrm>
          <a:off x="1380246" y="5174934"/>
          <a:ext cx="8128000" cy="15595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8128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Input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Target files or standard input</a:t>
                      </a:r>
                      <a:r>
                        <a:rPr lang="en-GB" baseline="0" dirty="0" smtClean="0"/>
                        <a:t> stream </a:t>
                      </a:r>
                    </a:p>
                    <a:p>
                      <a:endParaRPr lang="en-GB" baseline="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`</a:t>
                      </a:r>
                      <a:r>
                        <a:rPr lang="en-US" dirty="0" err="1" smtClean="0"/>
                        <a:t>sed</a:t>
                      </a:r>
                      <a:r>
                        <a:rPr lang="en-US" dirty="0" smtClean="0"/>
                        <a:t> 's/hello/world/' sample.txt` replaces first "hello" with "world" per line</a:t>
                      </a:r>
                    </a:p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725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576"/>
            <a:ext cx="10515600" cy="1325563"/>
          </a:xfrm>
        </p:spPr>
        <p:txBody>
          <a:bodyPr/>
          <a:lstStyle/>
          <a:p>
            <a:r>
              <a:rPr lang="en-GB" dirty="0" smtClean="0"/>
              <a:t>Commonly used options and flags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6732"/>
          </a:xfrm>
        </p:spPr>
        <p:txBody>
          <a:bodyPr>
            <a:normAutofit/>
          </a:bodyPr>
          <a:lstStyle/>
          <a:p>
            <a:r>
              <a:rPr lang="en-US" b="1" dirty="0" smtClean="0"/>
              <a:t>`-</a:t>
            </a:r>
            <a:r>
              <a:rPr lang="en-US" b="1" dirty="0" err="1" smtClean="0"/>
              <a:t>i</a:t>
            </a:r>
            <a:r>
              <a:rPr lang="en-US" b="1" dirty="0" smtClean="0"/>
              <a:t>` In-Place Editing</a:t>
            </a:r>
          </a:p>
          <a:p>
            <a:pPr marL="0" indent="0">
              <a:buNone/>
            </a:pPr>
            <a:r>
              <a:rPr lang="en-US" dirty="0" smtClean="0"/>
              <a:t>Edit files directly, overwriting the original content</a:t>
            </a:r>
            <a:endParaRPr lang="en-US" dirty="0"/>
          </a:p>
          <a:p>
            <a:r>
              <a:rPr lang="en-US" b="1" dirty="0" smtClean="0"/>
              <a:t>`-n` Suppress Output</a:t>
            </a:r>
          </a:p>
          <a:p>
            <a:pPr marL="0" indent="0">
              <a:buNone/>
            </a:pPr>
            <a:r>
              <a:rPr lang="en-US" dirty="0" smtClean="0"/>
              <a:t>Suppress automatic printing; use with `p` to print selectively</a:t>
            </a:r>
          </a:p>
          <a:p>
            <a:r>
              <a:rPr lang="en-US" b="1" dirty="0" smtClean="0"/>
              <a:t>`-e` Multiple Commands</a:t>
            </a:r>
          </a:p>
          <a:p>
            <a:pPr marL="0" indent="0">
              <a:buNone/>
            </a:pPr>
            <a:r>
              <a:rPr lang="en-US" dirty="0" smtClean="0"/>
              <a:t>Execute multiple </a:t>
            </a:r>
            <a:r>
              <a:rPr lang="en-US" dirty="0" err="1" smtClean="0"/>
              <a:t>sed</a:t>
            </a:r>
            <a:r>
              <a:rPr lang="en-US" dirty="0" smtClean="0"/>
              <a:t> commands in a single call</a:t>
            </a:r>
          </a:p>
          <a:p>
            <a:r>
              <a:rPr lang="en-US" b="1" dirty="0" smtClean="0"/>
              <a:t>`-r/-E` Extended Regex</a:t>
            </a:r>
          </a:p>
          <a:p>
            <a:pPr marL="0" indent="0">
              <a:buNone/>
            </a:pPr>
            <a:r>
              <a:rPr lang="en-US" dirty="0" smtClean="0"/>
              <a:t>Enable extended regular expressions for complex pattern matching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83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Essential ‘s’ command: substitution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4773408"/>
              </p:ext>
            </p:extLst>
          </p:nvPr>
        </p:nvGraphicFramePr>
        <p:xfrm>
          <a:off x="838200" y="1825625"/>
          <a:ext cx="10515600" cy="367284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Syntax Structure</a:t>
                      </a:r>
                      <a:r>
                        <a:rPr lang="en-GB" baseline="0" dirty="0" smtClean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Practical Example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s/pattern/replacement/flags</a:t>
                      </a:r>
                    </a:p>
                    <a:p>
                      <a:endParaRPr lang="en-GB" dirty="0" smtClean="0"/>
                    </a:p>
                    <a:p>
                      <a:r>
                        <a:rPr lang="en-US" b="1" dirty="0" smtClean="0"/>
                        <a:t>Common Flags:</a:t>
                      </a:r>
                    </a:p>
                    <a:p>
                      <a:r>
                        <a:rPr lang="en-US" dirty="0" smtClean="0"/>
                        <a:t>g - Global replacement (all occurrences)</a:t>
                      </a:r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1,2,3... - Replace nth occurrence only</a:t>
                      </a:r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p - Print modified lines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sed</a:t>
                      </a:r>
                      <a:r>
                        <a:rPr lang="en-GB" dirty="0" smtClean="0"/>
                        <a:t> 's/</a:t>
                      </a:r>
                      <a:r>
                        <a:rPr lang="en-GB" dirty="0" err="1" smtClean="0"/>
                        <a:t>unix</a:t>
                      </a:r>
                      <a:r>
                        <a:rPr lang="en-GB" dirty="0" smtClean="0"/>
                        <a:t>/</a:t>
                      </a:r>
                      <a:r>
                        <a:rPr lang="en-GB" dirty="0" err="1" smtClean="0"/>
                        <a:t>linux</a:t>
                      </a:r>
                      <a:r>
                        <a:rPr lang="en-GB" dirty="0" smtClean="0"/>
                        <a:t>/g' file.txt</a:t>
                      </a:r>
                    </a:p>
                    <a:p>
                      <a:endParaRPr lang="en-GB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This command replaces </a:t>
                      </a:r>
                      <a:r>
                        <a:rPr lang="en-US" b="1" dirty="0" smtClean="0"/>
                        <a:t>all</a:t>
                      </a:r>
                      <a:r>
                        <a:rPr lang="en-US" dirty="0" smtClean="0"/>
                        <a:t> instances of "</a:t>
                      </a:r>
                      <a:r>
                        <a:rPr lang="en-US" dirty="0" err="1" smtClean="0"/>
                        <a:t>unix</a:t>
                      </a:r>
                      <a:r>
                        <a:rPr lang="en-US" dirty="0" smtClean="0"/>
                        <a:t>" with "</a:t>
                      </a:r>
                      <a:r>
                        <a:rPr lang="en-US" dirty="0" err="1" smtClean="0"/>
                        <a:t>linux</a:t>
                      </a:r>
                      <a:r>
                        <a:rPr lang="en-US" dirty="0" smtClean="0"/>
                        <a:t>" throughout the file, demonstrating global substitution in action.</a:t>
                      </a:r>
                    </a:p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738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4089"/>
            <a:ext cx="10515600" cy="1325563"/>
          </a:xfrm>
        </p:spPr>
        <p:txBody>
          <a:bodyPr/>
          <a:lstStyle/>
          <a:p>
            <a:r>
              <a:rPr lang="en-GB" dirty="0" smtClean="0"/>
              <a:t>Practical examples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Changing character names in a story </a:t>
            </a:r>
          </a:p>
          <a:p>
            <a:r>
              <a:rPr lang="en-GB" dirty="0" smtClean="0"/>
              <a:t>Original text : John went to the market . John bought apples</a:t>
            </a:r>
          </a:p>
          <a:p>
            <a:pPr marL="0" indent="0">
              <a:buNone/>
            </a:pPr>
            <a:r>
              <a:rPr lang="en-GB" dirty="0" err="1" smtClean="0"/>
              <a:t>Sed</a:t>
            </a:r>
            <a:r>
              <a:rPr lang="en-GB" dirty="0" smtClean="0"/>
              <a:t> command : </a:t>
            </a:r>
            <a:r>
              <a:rPr lang="en-US" dirty="0" err="1"/>
              <a:t>sed</a:t>
            </a:r>
            <a:r>
              <a:rPr lang="en-US" dirty="0"/>
              <a:t> ‘s/John/Abdullah/g’ story.txt</a:t>
            </a:r>
            <a:endParaRPr lang="en-US" sz="2400" dirty="0" smtClean="0">
              <a:latin typeface="Arial Unicode MS" panose="020B0604020202020204" pitchFamily="34" charset="-128"/>
            </a:endParaRPr>
          </a:p>
          <a:p>
            <a:r>
              <a:rPr lang="en-US" sz="2400" dirty="0" smtClean="0">
                <a:latin typeface="Arial Unicode MS" panose="020B0604020202020204" pitchFamily="34" charset="-128"/>
              </a:rPr>
              <a:t>Result: </a:t>
            </a:r>
            <a:r>
              <a:rPr lang="en-US" sz="2400" dirty="0" err="1" smtClean="0">
                <a:latin typeface="Arial Unicode MS" panose="020B0604020202020204" pitchFamily="34" charset="-128"/>
              </a:rPr>
              <a:t>Adullah</a:t>
            </a:r>
            <a:r>
              <a:rPr lang="en-US" sz="2400" dirty="0" smtClean="0">
                <a:latin typeface="Arial Unicode MS" panose="020B0604020202020204" pitchFamily="34" charset="-128"/>
              </a:rPr>
              <a:t> went to the market . Abdullah bought apples</a:t>
            </a:r>
          </a:p>
          <a:p>
            <a:endParaRPr lang="en-US" sz="2400" dirty="0">
              <a:latin typeface="Arial Unicode MS" panose="020B0604020202020204" pitchFamily="34" charset="-128"/>
            </a:endParaRPr>
          </a:p>
          <a:p>
            <a:r>
              <a:rPr lang="en-US" sz="2400" dirty="0" smtClean="0">
                <a:latin typeface="Arial Unicode MS" panose="020B0604020202020204" pitchFamily="34" charset="-128"/>
              </a:rPr>
              <a:t>This demonstrates how </a:t>
            </a:r>
            <a:r>
              <a:rPr lang="en-US" sz="2400" dirty="0" err="1" smtClean="0">
                <a:latin typeface="Arial Unicode MS" panose="020B0604020202020204" pitchFamily="34" charset="-128"/>
              </a:rPr>
              <a:t>sed</a:t>
            </a:r>
            <a:r>
              <a:rPr lang="en-US" sz="2400" dirty="0" smtClean="0">
                <a:latin typeface="Arial Unicode MS" panose="020B0604020202020204" pitchFamily="34" charset="-128"/>
              </a:rPr>
              <a:t> enables quick bulk edits across entire documents without opening files in a text editor.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306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Advanced editing: inserting , deleting and appending lines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Insert lines- add text before matching patterns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Append lines – add text after matching patterns.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Delete line – remove lines before matching specific patterns.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179089"/>
              </p:ext>
            </p:extLst>
          </p:nvPr>
        </p:nvGraphicFramePr>
        <p:xfrm>
          <a:off x="935476" y="2383230"/>
          <a:ext cx="8128000" cy="51574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28000"/>
              </a:tblGrid>
              <a:tr h="515747">
                <a:tc>
                  <a:txBody>
                    <a:bodyPr/>
                    <a:lstStyle/>
                    <a:p>
                      <a:r>
                        <a:rPr lang="en-GB" b="0" baseline="0" dirty="0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 </a:t>
                      </a:r>
                      <a:r>
                        <a:rPr lang="en-GB" sz="2400" b="0" baseline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 `pattern/</a:t>
                      </a:r>
                      <a:r>
                        <a:rPr lang="en-GB" sz="2400" b="0" baseline="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\New line text` file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454435"/>
              </p:ext>
            </p:extLst>
          </p:nvPr>
        </p:nvGraphicFramePr>
        <p:xfrm>
          <a:off x="935476" y="3904415"/>
          <a:ext cx="8128000" cy="57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570308">
                <a:tc>
                  <a:txBody>
                    <a:bodyPr/>
                    <a:lstStyle/>
                    <a:p>
                      <a:r>
                        <a:rPr lang="en-GB" sz="24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400" b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400" b="0" dirty="0" smtClean="0">
                          <a:solidFill>
                            <a:schemeClr val="tx1"/>
                          </a:solidFill>
                        </a:rPr>
                        <a:t> `pattern/a\New</a:t>
                      </a:r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 line text` file</a:t>
                      </a:r>
                      <a:endParaRPr lang="en-GB" sz="2400" b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896372"/>
              </p:ext>
            </p:extLst>
          </p:nvPr>
        </p:nvGraphicFramePr>
        <p:xfrm>
          <a:off x="935476" y="5480161"/>
          <a:ext cx="8128000" cy="560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560716">
                <a:tc>
                  <a:txBody>
                    <a:bodyPr/>
                    <a:lstStyle/>
                    <a:p>
                      <a:r>
                        <a:rPr lang="en-GB" sz="2400" b="0" baseline="0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 </a:t>
                      </a:r>
                      <a:r>
                        <a:rPr lang="en-GB" sz="2400" b="0" baseline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 `pattern/d` file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602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Deleting and filtering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Delete lines containing a word 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Print only matching lines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Delete empty lines</a:t>
            </a:r>
          </a:p>
          <a:p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42779"/>
              </p:ext>
            </p:extLst>
          </p:nvPr>
        </p:nvGraphicFramePr>
        <p:xfrm>
          <a:off x="986971" y="4001294"/>
          <a:ext cx="8128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400" b="0" dirty="0" smtClean="0">
                          <a:solidFill>
                            <a:schemeClr val="tx1"/>
                          </a:solidFill>
                        </a:rPr>
                        <a:t> -n '/INFO/p' logfile.txt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80097"/>
              </p:ext>
            </p:extLst>
          </p:nvPr>
        </p:nvGraphicFramePr>
        <p:xfrm>
          <a:off x="986971" y="2542620"/>
          <a:ext cx="8128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400" b="0" dirty="0" smtClean="0">
                          <a:solidFill>
                            <a:schemeClr val="tx1"/>
                          </a:solidFill>
                        </a:rPr>
                        <a:t> '/error/d' logfile.txt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099069"/>
              </p:ext>
            </p:extLst>
          </p:nvPr>
        </p:nvGraphicFramePr>
        <p:xfrm>
          <a:off x="986971" y="5477691"/>
          <a:ext cx="8128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353117">
                <a:tc>
                  <a:txBody>
                    <a:bodyPr/>
                    <a:lstStyle/>
                    <a:p>
                      <a:r>
                        <a:rPr lang="en-GB" sz="2400" b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400" b="0" dirty="0" smtClean="0">
                          <a:solidFill>
                            <a:schemeClr val="tx1"/>
                          </a:solidFill>
                        </a:rPr>
                        <a:t> '/^$/d' file.txt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186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Practical </a:t>
            </a:r>
            <a:r>
              <a:rPr lang="en-GB" dirty="0" err="1" smtClean="0"/>
              <a:t>sed</a:t>
            </a:r>
            <a:r>
              <a:rPr lang="en-GB" dirty="0" smtClean="0"/>
              <a:t> examples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Batch rename text in files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r>
              <a:rPr lang="en-GB" dirty="0" smtClean="0"/>
              <a:t>Clean up Log files</a:t>
            </a:r>
          </a:p>
          <a:p>
            <a:pPr marL="0" indent="0">
              <a:buNone/>
            </a:pPr>
            <a:r>
              <a:rPr lang="en-GB" dirty="0" smtClean="0"/>
              <a:t> </a:t>
            </a:r>
          </a:p>
          <a:p>
            <a:endParaRPr lang="en-GB" dirty="0" smtClean="0"/>
          </a:p>
          <a:p>
            <a:r>
              <a:rPr lang="en-GB" dirty="0" smtClean="0"/>
              <a:t>Format Data for CSV import</a:t>
            </a:r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27665"/>
              </p:ext>
            </p:extLst>
          </p:nvPr>
        </p:nvGraphicFramePr>
        <p:xfrm>
          <a:off x="838200" y="5393752"/>
          <a:ext cx="8128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 's/ \+/,/g' data.txt &gt; data.csv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961503"/>
              </p:ext>
            </p:extLst>
          </p:nvPr>
        </p:nvGraphicFramePr>
        <p:xfrm>
          <a:off x="838200" y="2334516"/>
          <a:ext cx="8128000" cy="539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539313">
                <a:tc>
                  <a:txBody>
                    <a:bodyPr/>
                    <a:lstStyle/>
                    <a:p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 's/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</a:rPr>
                        <a:t>oldcompany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\.com/newcompany.com/g' *.html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922151"/>
              </p:ext>
            </p:extLst>
          </p:nvPr>
        </p:nvGraphicFramePr>
        <p:xfrm>
          <a:off x="838200" y="4001294"/>
          <a:ext cx="8128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400" b="0" dirty="0" smtClean="0">
                          <a:solidFill>
                            <a:schemeClr val="tx1"/>
                          </a:solidFill>
                        </a:rPr>
                        <a:t> -E '/DEBUG/d; s/^[0-9:-]+ //g' app.log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12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Multi command scripts and using files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4808"/>
            <a:ext cx="10515600" cy="4351338"/>
          </a:xfrm>
        </p:spPr>
        <p:txBody>
          <a:bodyPr/>
          <a:lstStyle/>
          <a:p>
            <a:r>
              <a:rPr lang="en-GB" dirty="0" smtClean="0"/>
              <a:t>Multiple commands with ‘e’- </a:t>
            </a:r>
            <a:r>
              <a:rPr lang="en-GB" sz="2000" dirty="0" smtClean="0"/>
              <a:t>chain multiple operations in a single</a:t>
            </a:r>
            <a:r>
              <a:rPr lang="en-GB" dirty="0" smtClean="0"/>
              <a:t> </a:t>
            </a:r>
            <a:r>
              <a:rPr lang="en-GB" sz="2000" dirty="0" smtClean="0"/>
              <a:t>command.</a:t>
            </a:r>
            <a:endParaRPr lang="en-GB" sz="2000" dirty="0"/>
          </a:p>
          <a:p>
            <a:pPr marL="0" indent="0">
              <a:buNone/>
            </a:pPr>
            <a:r>
              <a:rPr lang="en-GB" sz="2400" dirty="0" smtClean="0"/>
              <a:t>Chain multiple operations in a single command</a:t>
            </a:r>
          </a:p>
          <a:p>
            <a:r>
              <a:rPr lang="en-GB" dirty="0" smtClean="0"/>
              <a:t>Script </a:t>
            </a:r>
            <a:r>
              <a:rPr lang="en-GB" dirty="0" smtClean="0"/>
              <a:t>file approach</a:t>
            </a:r>
          </a:p>
          <a:p>
            <a:pPr marL="0" indent="0">
              <a:buNone/>
            </a:pPr>
            <a:r>
              <a:rPr lang="en-GB" dirty="0" smtClean="0"/>
              <a:t>Create reusable scripts </a:t>
            </a:r>
            <a:r>
              <a:rPr lang="en-GB" dirty="0" err="1" smtClean="0"/>
              <a:t>sed</a:t>
            </a:r>
            <a:r>
              <a:rPr lang="en-GB" dirty="0" smtClean="0"/>
              <a:t> scripts for complex operations</a:t>
            </a:r>
          </a:p>
          <a:p>
            <a:pPr marL="0" indent="0">
              <a:buNone/>
            </a:pPr>
            <a:r>
              <a:rPr lang="en-GB" dirty="0" smtClean="0"/>
              <a:t>.</a:t>
            </a: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Save as `</a:t>
            </a:r>
            <a:r>
              <a:rPr lang="en-GB" dirty="0" err="1" smtClean="0"/>
              <a:t>script.sed</a:t>
            </a:r>
            <a:r>
              <a:rPr lang="en-GB" dirty="0" smtClean="0"/>
              <a:t>` and run with `</a:t>
            </a:r>
            <a:r>
              <a:rPr lang="en-GB" dirty="0" err="1" smtClean="0"/>
              <a:t>sed</a:t>
            </a:r>
            <a:r>
              <a:rPr lang="en-GB" dirty="0" smtClean="0"/>
              <a:t>-f-</a:t>
            </a:r>
            <a:r>
              <a:rPr lang="en-GB" dirty="0" err="1" smtClean="0"/>
              <a:t>script.sed</a:t>
            </a:r>
            <a:r>
              <a:rPr lang="en-GB" dirty="0" smtClean="0"/>
              <a:t> file .txt`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58542"/>
              </p:ext>
            </p:extLst>
          </p:nvPr>
        </p:nvGraphicFramePr>
        <p:xfrm>
          <a:off x="838200" y="2315002"/>
          <a:ext cx="8128000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544930">
                <a:tc>
                  <a:txBody>
                    <a:bodyPr/>
                    <a:lstStyle/>
                    <a:p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400" b="0" baseline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 –e  `s-foo/bar/g`  -e `/</a:t>
                      </a:r>
                      <a:r>
                        <a:rPr lang="en-GB" sz="2400" b="0" baseline="0" dirty="0" err="1" smtClean="0">
                          <a:solidFill>
                            <a:schemeClr val="tx1"/>
                          </a:solidFill>
                        </a:rPr>
                        <a:t>baz</a:t>
                      </a:r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/d` file.txt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018378"/>
              </p:ext>
            </p:extLst>
          </p:nvPr>
        </p:nvGraphicFramePr>
        <p:xfrm>
          <a:off x="838200" y="3976779"/>
          <a:ext cx="9045102" cy="673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5102"/>
              </a:tblGrid>
              <a:tr h="673042">
                <a:tc>
                  <a:txBody>
                    <a:bodyPr/>
                    <a:lstStyle/>
                    <a:p>
                      <a:r>
                        <a:rPr lang="en-GB" sz="2400" b="0" dirty="0" smtClean="0">
                          <a:solidFill>
                            <a:schemeClr val="tx1"/>
                          </a:solidFill>
                        </a:rPr>
                        <a:t>#!</a:t>
                      </a:r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 /bin/</a:t>
                      </a:r>
                      <a:r>
                        <a:rPr lang="en-GB" sz="2400" b="0" baseline="0" dirty="0" err="1" smtClean="0">
                          <a:solidFill>
                            <a:schemeClr val="tx1"/>
                          </a:solidFill>
                        </a:rPr>
                        <a:t>sed</a:t>
                      </a:r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 –fs/old/new/g/error/debug/</a:t>
                      </a:r>
                      <a:r>
                        <a:rPr lang="en-GB" sz="2400" b="0" baseline="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GB" sz="2400" b="0" baseline="0" dirty="0" smtClean="0">
                          <a:solidFill>
                            <a:schemeClr val="tx1"/>
                          </a:solidFill>
                        </a:rPr>
                        <a:t>\LOG: Debug mode active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942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829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</TotalTime>
  <Words>519</Words>
  <Application>Microsoft Office PowerPoint</Application>
  <PresentationFormat>Widescreen</PresentationFormat>
  <Paragraphs>100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Unicode MS</vt:lpstr>
      <vt:lpstr>Arial</vt:lpstr>
      <vt:lpstr>Calibri</vt:lpstr>
      <vt:lpstr>Calibri Light</vt:lpstr>
      <vt:lpstr>Office Theme</vt:lpstr>
      <vt:lpstr>LINUX COMMANDS</vt:lpstr>
      <vt:lpstr>What is Sed ?</vt:lpstr>
      <vt:lpstr>Basic Syntax of Sed</vt:lpstr>
      <vt:lpstr>Commonly used options and flags</vt:lpstr>
      <vt:lpstr>The Essential ‘s’ command: substitution</vt:lpstr>
      <vt:lpstr>Practical examples</vt:lpstr>
      <vt:lpstr>Advanced editing: inserting , deleting and appending lines</vt:lpstr>
      <vt:lpstr>Deleting and filtering</vt:lpstr>
      <vt:lpstr>Practical sed examples</vt:lpstr>
      <vt:lpstr>Multi command scripts and using files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COMMANDS</dc:title>
  <dc:creator>Jeff</dc:creator>
  <cp:lastModifiedBy>Jeff</cp:lastModifiedBy>
  <cp:revision>17</cp:revision>
  <dcterms:created xsi:type="dcterms:W3CDTF">2025-10-06T07:19:25Z</dcterms:created>
  <dcterms:modified xsi:type="dcterms:W3CDTF">2025-10-06T12:10:04Z</dcterms:modified>
</cp:coreProperties>
</file>